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  <p:sldMasterId id="2147483688" r:id="rId2"/>
    <p:sldMasterId id="2147483676" r:id="rId3"/>
  </p:sldMasterIdLst>
  <p:notesMasterIdLst>
    <p:notesMasterId r:id="rId15"/>
  </p:notesMasterIdLst>
  <p:sldIdLst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59" r:id="rId14"/>
  </p:sldIdLst>
  <p:sldSz cx="12192000" cy="6858000"/>
  <p:notesSz cx="6858000" cy="9144000"/>
  <p:embeddedFontLst>
    <p:embeddedFont>
      <p:font typeface="Montserrat Bold" panose="020B0604020202020204" charset="0"/>
      <p:bold r:id="rId16"/>
    </p:embeddedFont>
    <p:embeddedFont>
      <p:font typeface="Montserrat Light" panose="00000400000000000000" pitchFamily="2" charset="0"/>
      <p:regular r:id="rId17"/>
      <p:italic r:id="rId18"/>
    </p:embeddedFont>
    <p:embeddedFont>
      <p:font typeface="Roboto Slab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h Srinivas" userId="cd4585731ad98b8e" providerId="LiveId" clId="{E1791AB6-7222-49AD-8E6F-A873DA31ECB7}"/>
    <pc:docChg chg="undo redo custSel delSld modSld">
      <pc:chgData name="Prashanth Srinivas" userId="cd4585731ad98b8e" providerId="LiveId" clId="{E1791AB6-7222-49AD-8E6F-A873DA31ECB7}" dt="2026-09-09T15:21:40.699" v="122" actId="20577"/>
      <pc:docMkLst>
        <pc:docMk/>
      </pc:docMkLst>
      <pc:sldChg chg="delSp modSp mod">
        <pc:chgData name="Prashanth Srinivas" userId="cd4585731ad98b8e" providerId="LiveId" clId="{E1791AB6-7222-49AD-8E6F-A873DA31ECB7}" dt="2026-09-09T15:20:26.413" v="91"/>
        <pc:sldMkLst>
          <pc:docMk/>
          <pc:sldMk cId="2307598569" sldId="259"/>
        </pc:sldMkLst>
        <pc:spChg chg="del mod">
          <ac:chgData name="Prashanth Srinivas" userId="cd4585731ad98b8e" providerId="LiveId" clId="{E1791AB6-7222-49AD-8E6F-A873DA31ECB7}" dt="2026-09-09T15:20:26.413" v="91"/>
          <ac:spMkLst>
            <pc:docMk/>
            <pc:sldMk cId="2307598569" sldId="259"/>
            <ac:spMk id="7" creationId="{00000000-0000-0000-0000-000000000000}"/>
          </ac:spMkLst>
        </pc:spChg>
        <pc:spChg chg="del mod">
          <ac:chgData name="Prashanth Srinivas" userId="cd4585731ad98b8e" providerId="LiveId" clId="{E1791AB6-7222-49AD-8E6F-A873DA31ECB7}" dt="2026-09-09T15:20:26.412" v="89"/>
          <ac:spMkLst>
            <pc:docMk/>
            <pc:sldMk cId="2307598569" sldId="259"/>
            <ac:spMk id="8" creationId="{00000000-0000-0000-0000-000000000000}"/>
          </ac:spMkLst>
        </pc:spChg>
      </pc:sldChg>
      <pc:sldChg chg="modSp mod">
        <pc:chgData name="Prashanth Srinivas" userId="cd4585731ad98b8e" providerId="LiveId" clId="{E1791AB6-7222-49AD-8E6F-A873DA31ECB7}" dt="2026-09-09T15:21:40.699" v="122" actId="20577"/>
        <pc:sldMkLst>
          <pc:docMk/>
          <pc:sldMk cId="3819035203" sldId="289"/>
        </pc:sldMkLst>
        <pc:spChg chg="mod">
          <ac:chgData name="Prashanth Srinivas" userId="cd4585731ad98b8e" providerId="LiveId" clId="{E1791AB6-7222-49AD-8E6F-A873DA31ECB7}" dt="2026-09-09T15:21:40.699" v="122" actId="20577"/>
          <ac:spMkLst>
            <pc:docMk/>
            <pc:sldMk cId="3819035203" sldId="289"/>
            <ac:spMk id="2" creationId="{00000000-0000-0000-0000-000000000000}"/>
          </ac:spMkLst>
        </pc:spChg>
        <pc:spChg chg="mod">
          <ac:chgData name="Prashanth Srinivas" userId="cd4585731ad98b8e" providerId="LiveId" clId="{E1791AB6-7222-49AD-8E6F-A873DA31ECB7}" dt="2026-09-09T15:21:29.549" v="113" actId="6549"/>
          <ac:spMkLst>
            <pc:docMk/>
            <pc:sldMk cId="3819035203" sldId="289"/>
            <ac:spMk id="3" creationId="{00000000-0000-0000-0000-000000000000}"/>
          </ac:spMkLst>
        </pc:spChg>
      </pc:sldChg>
      <pc:sldChg chg="modSp mod">
        <pc:chgData name="Prashanth Srinivas" userId="cd4585731ad98b8e" providerId="LiveId" clId="{E1791AB6-7222-49AD-8E6F-A873DA31ECB7}" dt="2026-09-09T15:20:37.200" v="93" actId="113"/>
        <pc:sldMkLst>
          <pc:docMk/>
          <pc:sldMk cId="0" sldId="290"/>
        </pc:sldMkLst>
        <pc:spChg chg="mod">
          <ac:chgData name="Prashanth Srinivas" userId="cd4585731ad98b8e" providerId="LiveId" clId="{E1791AB6-7222-49AD-8E6F-A873DA31ECB7}" dt="2026-09-09T15:20:37.200" v="93" actId="113"/>
          <ac:spMkLst>
            <pc:docMk/>
            <pc:sldMk cId="0" sldId="290"/>
            <ac:spMk id="3" creationId="{00000000-0000-0000-0000-000000000000}"/>
          </ac:spMkLst>
        </pc:spChg>
      </pc:sldChg>
      <pc:sldChg chg="modSp mod">
        <pc:chgData name="Prashanth Srinivas" userId="cd4585731ad98b8e" providerId="LiveId" clId="{E1791AB6-7222-49AD-8E6F-A873DA31ECB7}" dt="2026-09-09T15:12:26.890" v="14" actId="255"/>
        <pc:sldMkLst>
          <pc:docMk/>
          <pc:sldMk cId="0" sldId="291"/>
        </pc:sldMkLst>
        <pc:spChg chg="mod">
          <ac:chgData name="Prashanth Srinivas" userId="cd4585731ad98b8e" providerId="LiveId" clId="{E1791AB6-7222-49AD-8E6F-A873DA31ECB7}" dt="2026-09-09T15:12:26.890" v="14" actId="255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Prashanth Srinivas" userId="cd4585731ad98b8e" providerId="LiveId" clId="{E1791AB6-7222-49AD-8E6F-A873DA31ECB7}" dt="2026-09-09T15:13:12.657" v="19" actId="20577"/>
        <pc:sldMkLst>
          <pc:docMk/>
          <pc:sldMk cId="0" sldId="292"/>
        </pc:sldMkLst>
        <pc:spChg chg="mod">
          <ac:chgData name="Prashanth Srinivas" userId="cd4585731ad98b8e" providerId="LiveId" clId="{E1791AB6-7222-49AD-8E6F-A873DA31ECB7}" dt="2026-09-09T15:13:12.657" v="19" actId="20577"/>
          <ac:spMkLst>
            <pc:docMk/>
            <pc:sldMk cId="0" sldId="292"/>
            <ac:spMk id="3" creationId="{00000000-0000-0000-0000-000000000000}"/>
          </ac:spMkLst>
        </pc:spChg>
      </pc:sldChg>
      <pc:sldChg chg="modSp mod">
        <pc:chgData name="Prashanth Srinivas" userId="cd4585731ad98b8e" providerId="LiveId" clId="{E1791AB6-7222-49AD-8E6F-A873DA31ECB7}" dt="2026-09-09T15:13:27.963" v="21" actId="2711"/>
        <pc:sldMkLst>
          <pc:docMk/>
          <pc:sldMk cId="0" sldId="293"/>
        </pc:sldMkLst>
        <pc:spChg chg="mod">
          <ac:chgData name="Prashanth Srinivas" userId="cd4585731ad98b8e" providerId="LiveId" clId="{E1791AB6-7222-49AD-8E6F-A873DA31ECB7}" dt="2026-09-09T15:13:27.963" v="21" actId="2711"/>
          <ac:spMkLst>
            <pc:docMk/>
            <pc:sldMk cId="0" sldId="293"/>
            <ac:spMk id="3" creationId="{00000000-0000-0000-0000-000000000000}"/>
          </ac:spMkLst>
        </pc:spChg>
      </pc:sldChg>
      <pc:sldChg chg="addSp delSp modSp mod">
        <pc:chgData name="Prashanth Srinivas" userId="cd4585731ad98b8e" providerId="LiveId" clId="{E1791AB6-7222-49AD-8E6F-A873DA31ECB7}" dt="2026-09-09T15:20:55.640" v="95" actId="14100"/>
        <pc:sldMkLst>
          <pc:docMk/>
          <pc:sldMk cId="0" sldId="294"/>
        </pc:sldMkLst>
        <pc:spChg chg="mod">
          <ac:chgData name="Prashanth Srinivas" userId="cd4585731ad98b8e" providerId="LiveId" clId="{E1791AB6-7222-49AD-8E6F-A873DA31ECB7}" dt="2026-09-09T15:14:41.884" v="33" actId="123"/>
          <ac:spMkLst>
            <pc:docMk/>
            <pc:sldMk cId="0" sldId="294"/>
            <ac:spMk id="3" creationId="{00000000-0000-0000-0000-000000000000}"/>
          </ac:spMkLst>
        </pc:spChg>
        <pc:picChg chg="del">
          <ac:chgData name="Prashanth Srinivas" userId="cd4585731ad98b8e" providerId="LiveId" clId="{E1791AB6-7222-49AD-8E6F-A873DA31ECB7}" dt="2026-09-09T15:13:35.648" v="22" actId="21"/>
          <ac:picMkLst>
            <pc:docMk/>
            <pc:sldMk cId="0" sldId="294"/>
            <ac:picMk id="4" creationId="{00000000-0000-0000-0000-000000000000}"/>
          </ac:picMkLst>
        </pc:picChg>
        <pc:picChg chg="add del mod">
          <ac:chgData name="Prashanth Srinivas" userId="cd4585731ad98b8e" providerId="LiveId" clId="{E1791AB6-7222-49AD-8E6F-A873DA31ECB7}" dt="2026-09-09T15:14:19.276" v="28" actId="21"/>
          <ac:picMkLst>
            <pc:docMk/>
            <pc:sldMk cId="0" sldId="294"/>
            <ac:picMk id="6" creationId="{C7A624B5-F405-0E10-AF98-F3286C5B63B5}"/>
          </ac:picMkLst>
        </pc:picChg>
        <pc:picChg chg="add mod modCrop">
          <ac:chgData name="Prashanth Srinivas" userId="cd4585731ad98b8e" providerId="LiveId" clId="{E1791AB6-7222-49AD-8E6F-A873DA31ECB7}" dt="2026-09-09T15:20:52.720" v="94" actId="14100"/>
          <ac:picMkLst>
            <pc:docMk/>
            <pc:sldMk cId="0" sldId="294"/>
            <ac:picMk id="8" creationId="{90ADFB70-D225-2FAC-0D26-A6A5DBC2F03D}"/>
          </ac:picMkLst>
        </pc:picChg>
        <pc:picChg chg="add mod modCrop">
          <ac:chgData name="Prashanth Srinivas" userId="cd4585731ad98b8e" providerId="LiveId" clId="{E1791AB6-7222-49AD-8E6F-A873DA31ECB7}" dt="2026-09-09T15:20:55.640" v="95" actId="14100"/>
          <ac:picMkLst>
            <pc:docMk/>
            <pc:sldMk cId="0" sldId="294"/>
            <ac:picMk id="10" creationId="{6333238A-187E-CB84-7721-FDC7CC818CDC}"/>
          </ac:picMkLst>
        </pc:picChg>
      </pc:sldChg>
      <pc:sldChg chg="addSp delSp modSp mod">
        <pc:chgData name="Prashanth Srinivas" userId="cd4585731ad98b8e" providerId="LiveId" clId="{E1791AB6-7222-49AD-8E6F-A873DA31ECB7}" dt="2026-09-09T15:18:28.214" v="75" actId="732"/>
        <pc:sldMkLst>
          <pc:docMk/>
          <pc:sldMk cId="0" sldId="295"/>
        </pc:sldMkLst>
        <pc:spChg chg="mod">
          <ac:chgData name="Prashanth Srinivas" userId="cd4585731ad98b8e" providerId="LiveId" clId="{E1791AB6-7222-49AD-8E6F-A873DA31ECB7}" dt="2026-09-09T15:16:07.225" v="47" actId="14100"/>
          <ac:spMkLst>
            <pc:docMk/>
            <pc:sldMk cId="0" sldId="295"/>
            <ac:spMk id="3" creationId="{00000000-0000-0000-0000-000000000000}"/>
          </ac:spMkLst>
        </pc:spChg>
        <pc:picChg chg="del">
          <ac:chgData name="Prashanth Srinivas" userId="cd4585731ad98b8e" providerId="LiveId" clId="{E1791AB6-7222-49AD-8E6F-A873DA31ECB7}" dt="2026-09-09T15:16:01.644" v="46" actId="21"/>
          <ac:picMkLst>
            <pc:docMk/>
            <pc:sldMk cId="0" sldId="295"/>
            <ac:picMk id="4" creationId="{00000000-0000-0000-0000-000000000000}"/>
          </ac:picMkLst>
        </pc:picChg>
        <pc:picChg chg="add mod modCrop">
          <ac:chgData name="Prashanth Srinivas" userId="cd4585731ad98b8e" providerId="LiveId" clId="{E1791AB6-7222-49AD-8E6F-A873DA31ECB7}" dt="2026-09-09T15:18:28.214" v="75" actId="732"/>
          <ac:picMkLst>
            <pc:docMk/>
            <pc:sldMk cId="0" sldId="295"/>
            <ac:picMk id="6" creationId="{066C084F-AF91-D560-BADB-37818901D4FE}"/>
          </ac:picMkLst>
        </pc:picChg>
      </pc:sldChg>
      <pc:sldChg chg="modSp mod">
        <pc:chgData name="Prashanth Srinivas" userId="cd4585731ad98b8e" providerId="LiveId" clId="{E1791AB6-7222-49AD-8E6F-A873DA31ECB7}" dt="2026-09-09T15:19:03.801" v="78" actId="1076"/>
        <pc:sldMkLst>
          <pc:docMk/>
          <pc:sldMk cId="0" sldId="296"/>
        </pc:sldMkLst>
        <pc:spChg chg="mod">
          <ac:chgData name="Prashanth Srinivas" userId="cd4585731ad98b8e" providerId="LiveId" clId="{E1791AB6-7222-49AD-8E6F-A873DA31ECB7}" dt="2026-09-09T15:19:03.801" v="78" actId="1076"/>
          <ac:spMkLst>
            <pc:docMk/>
            <pc:sldMk cId="0" sldId="296"/>
            <ac:spMk id="3" creationId="{00000000-0000-0000-0000-000000000000}"/>
          </ac:spMkLst>
        </pc:spChg>
      </pc:sldChg>
      <pc:sldChg chg="modSp mod">
        <pc:chgData name="Prashanth Srinivas" userId="cd4585731ad98b8e" providerId="LiveId" clId="{E1791AB6-7222-49AD-8E6F-A873DA31ECB7}" dt="2026-09-09T15:19:26.373" v="81" actId="1076"/>
        <pc:sldMkLst>
          <pc:docMk/>
          <pc:sldMk cId="0" sldId="297"/>
        </pc:sldMkLst>
        <pc:spChg chg="mod">
          <ac:chgData name="Prashanth Srinivas" userId="cd4585731ad98b8e" providerId="LiveId" clId="{E1791AB6-7222-49AD-8E6F-A873DA31ECB7}" dt="2026-09-09T15:19:26.373" v="81" actId="1076"/>
          <ac:spMkLst>
            <pc:docMk/>
            <pc:sldMk cId="0" sldId="297"/>
            <ac:spMk id="3" creationId="{00000000-0000-0000-0000-000000000000}"/>
          </ac:spMkLst>
        </pc:spChg>
      </pc:sldChg>
      <pc:sldChg chg="modSp mod">
        <pc:chgData name="Prashanth Srinivas" userId="cd4585731ad98b8e" providerId="LiveId" clId="{E1791AB6-7222-49AD-8E6F-A873DA31ECB7}" dt="2026-09-09T15:20:14.530" v="85" actId="1076"/>
        <pc:sldMkLst>
          <pc:docMk/>
          <pc:sldMk cId="0" sldId="298"/>
        </pc:sldMkLst>
        <pc:spChg chg="mod">
          <ac:chgData name="Prashanth Srinivas" userId="cd4585731ad98b8e" providerId="LiveId" clId="{E1791AB6-7222-49AD-8E6F-A873DA31ECB7}" dt="2026-09-09T15:20:14.530" v="85" actId="1076"/>
          <ac:spMkLst>
            <pc:docMk/>
            <pc:sldMk cId="0" sldId="298"/>
            <ac:spMk id="3" creationId="{00000000-0000-0000-0000-000000000000}"/>
          </ac:spMkLst>
        </pc:spChg>
      </pc:sldChg>
      <pc:sldChg chg="del">
        <pc:chgData name="Prashanth Srinivas" userId="cd4585731ad98b8e" providerId="LiveId" clId="{E1791AB6-7222-49AD-8E6F-A873DA31ECB7}" dt="2026-09-09T15:20:30.321" v="92" actId="2696"/>
        <pc:sldMkLst>
          <pc:docMk/>
          <pc:sldMk cId="0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33EF3-0F9B-4425-BB72-0BEB5267ED2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CEAAA-9FE9-4C0D-9328-5899C37F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0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  <p:sp>
          <p:nvSpPr>
            <p:cNvPr id="12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84375"/>
            <a:ext cx="5905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64063"/>
            <a:ext cx="5905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88"/>
          <a:stretch/>
        </p:blipFill>
        <p:spPr>
          <a:xfrm>
            <a:off x="420808" y="423775"/>
            <a:ext cx="2760542" cy="78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4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12000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72"/>
          <a:stretch/>
        </p:blipFill>
        <p:spPr>
          <a:xfrm>
            <a:off x="400639" y="379813"/>
            <a:ext cx="2444161" cy="69333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D1A7F-7373-3869-7B19-D11B9720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475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9954A08-F531-4BFB-B155-FB6526D1B190}" type="datetime3">
              <a:rPr lang="en-US" smtClean="0"/>
              <a:t>9 September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8AE685-7A90-7A5D-4D8F-1CB8728E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B887BD-4322-C2D5-FA8B-30CE46F75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4023" y="6382785"/>
            <a:ext cx="58117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8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66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9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08DDE-145F-4074-80B9-92A82F6FAE3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73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324537-D8D1-48D3-974C-5042DA3C845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51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668FF8-54C7-4DF9-8A67-F38E3581107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44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75388-B0D9-4736-A094-62A2D51967A2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81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D490C-FF0D-4F46-8C01-08A44D82182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96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181D73-72B9-4F40-AAB3-13A26D71003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9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EB386-C260-4244-9F22-71C5BEEAC684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018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F87C7D-74E9-46ED-A87F-311C55ECC35B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546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6AC6E1-8710-4FFE-A2E3-E9AEBE0B5C2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05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1E83-6A45-4B5F-90DA-DAF1AA28FCE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91579" y="92974"/>
            <a:ext cx="2926334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90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2987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AC64-A4F1-1B8A-0AC6-4786A9B97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1F2B5-8413-5EB3-B83E-FB8357100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085EC-A9B6-5923-ED6D-895F6E8C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62C6-8A70-432E-A122-162871335AD1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7944-D37B-7872-0157-363B93FA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B8F9D-BD9A-C814-1FC1-B509D261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75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B3BE-F57D-DA7E-5851-6DA98294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19E7-1597-B027-1498-94C3B6A09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EB0F-2E52-724D-9781-0E75933C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1BE-ECC1-48F5-8723-A0461878BE14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74792-13F4-3FF3-4F7A-8EED062B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60C60-0F54-2F6B-2CEE-9E0E0156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59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984D-EBB1-09FC-80CF-76E77B02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24C25-3780-0A64-BC51-7E73C81F5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4AC3-B0FD-3951-035E-D08C4C90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8A72-2DDC-4F0C-A767-031A00DA58F0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F70A-B226-43F3-56D5-B4DDFE43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E0301-4A22-9AA8-709D-332E1C90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64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3474-1720-0F74-B17B-E84FC50C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15A8F-9597-F873-5200-2938A5DCD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D42FB-4CF6-A56B-4859-4B6AFA300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27CD2-F085-A433-6B21-C4760E9C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CC46-76C0-4E18-84BB-05A13C50C19C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70E5-5BAD-34BF-D5D7-3563FEF9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492B8-D262-2FDF-B614-AB43A7AE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394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B646-8096-67E5-4529-BDB03D9A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AAA4A-47B0-B186-D66C-512D48A5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F622B-39F0-438B-DE66-A663E1714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4984E-0678-0232-E59D-C531B6EB1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725E2-31E5-81AE-22CD-2CF48F4BC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4A57D5-B59F-AA5C-531D-FDF65C10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DFB99-E076-4686-8771-D9C9ED280317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48A68-6C29-6841-3EA0-D2476881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F046F-B9C5-2135-5E78-55B99B64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873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12CE-8E63-DE47-926A-2806046A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8DACC-A9CF-25B8-FADB-EF71DAB0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C4A86-EE5E-430A-B201-DD153C1D7118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3D948-3FD6-54EB-FA88-0A79DFDE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2A27F-E85E-D7BE-820F-5D7F4EA3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177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4A645-4076-0DD1-F21F-7DA2E7DB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3B7A-C703-449C-9BCB-CEBE69179CE9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96299-65B8-236C-5185-326DF628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C14A8-2899-01EE-55FF-D21207C4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766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89C4-3A76-6231-0EB8-B7C0DF9B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766E-B614-6E76-EE88-55095546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8D78-1D4B-6D37-81ED-B8EA60969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9C743-95E7-DA77-7E6B-91D4BDC2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A2E3-21D6-49A4-B7BE-5081A6C2E030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D41F0-E639-1C42-61E6-67955F56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EF771-7E4C-27D5-A567-4DF5D5BF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110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586A-A7F3-4A9F-305E-21667DAD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1AD13B-C499-3285-F0C2-B5D8500EB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7E8D0-3A04-7DF5-1548-144A954F0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97146-77A6-BBD1-81B6-2FBA1D87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6AB8-E909-429F-ABE1-7FDF375A8A24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01874-D9CC-80C3-6645-94CF4362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ACB1A-E2BD-5A9B-ACEB-ACE55378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51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48CF-E4AA-AE25-988E-9AF6DED0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E07B0-B5FB-7F01-D1C7-8FD401701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F934E-37C1-DF05-2785-927F20E5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A0AB-A797-49F1-91CA-409B68B2BAD3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6E886-8046-0491-18E0-C7DA4996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E8017-6C16-A82D-097D-82855570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37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A64DB-7E8E-77AA-AABA-01287D38E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38464-7BCC-168D-22E1-3396237C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F9B8F-0D16-DFC3-1252-12480851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4285-B41F-4602-8FE6-74B6B1A68E7C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1CA6E-6281-CC49-2B16-DD159250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E7C1-2CA7-5D69-31E0-2E3ED2E1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707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preserve="1" userDrawn="1">
  <p:cSld name="2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285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77889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362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0CCA17-D100-45DE-A2F3-E686E13D448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39" y="16774"/>
            <a:ext cx="2577673" cy="68738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719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31680" y="1534"/>
            <a:ext cx="2566262" cy="684266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503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07879" y="32014"/>
            <a:ext cx="2407921" cy="642113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2616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40" y="32014"/>
            <a:ext cx="2608152" cy="695508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26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Main 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www.websitename.com"/>
          <p:cNvSpPr txBox="1">
            <a:spLocks noGrp="1"/>
          </p:cNvSpPr>
          <p:nvPr>
            <p:ph type="body" sz="quarter" idx="13"/>
          </p:nvPr>
        </p:nvSpPr>
        <p:spPr>
          <a:xfrm rot="16200000">
            <a:off x="11153149" y="3366675"/>
            <a:ext cx="144270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6A6E7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r>
              <a:t>www.websitename.com</a:t>
            </a:r>
          </a:p>
        </p:txBody>
      </p:sp>
      <p:sp>
        <p:nvSpPr>
          <p:cNvPr id="32" name="uplock"/>
          <p:cNvSpPr txBox="1">
            <a:spLocks noGrp="1"/>
          </p:cNvSpPr>
          <p:nvPr>
            <p:ph type="body" sz="quarter" idx="14"/>
          </p:nvPr>
        </p:nvSpPr>
        <p:spPr>
          <a:xfrm rot="16200000">
            <a:off x="-30351" y="3342438"/>
            <a:ext cx="695703" cy="1731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1250">
                <a:solidFill>
                  <a:srgbClr val="1C1F25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uplock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07421" y="6476735"/>
            <a:ext cx="147397" cy="1397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1CFBFE9-716E-4CC4-9BA2-ADF2F90D642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33909" y="1"/>
            <a:ext cx="273169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000"/>
            </a:lvl1pPr>
          </a:lstStyle>
          <a:p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4052850256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1280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1287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userDrawn="1">
  <p:cSld name="3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7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1468A9-DCD9-466F-99E8-72F5C99304C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9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1D3BC5-34EF-44B2-83AC-D5533E46F0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41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BC2F2-4D2A-A620-8B97-4370377B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21170-226C-1291-214E-AA69A4A82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C54E-B23E-83D9-219D-3E94E86A8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B8086-8CEF-4375-ABEF-185B80135AEB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31A5-9A34-06DF-31F6-C0E8F5A81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A8EB8-6738-EBF2-0CE3-80E7244AE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9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75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39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383" y="1899380"/>
            <a:ext cx="5905501" cy="199830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dirty="0">
                <a:latin typeface="Calibri"/>
              </a:rPr>
              <a:t>Q-Learning for </a:t>
            </a:r>
            <a:r>
              <a:rPr sz="2800" b="1">
                <a:latin typeface="Calibri"/>
              </a:rPr>
              <a:t>Smart Home</a:t>
            </a:r>
            <a:br>
              <a:rPr lang="en-US" sz="2800" dirty="0">
                <a:cs typeface="Arial" panose="020B0604020202020204" pitchFamily="34" charset="0"/>
              </a:rPr>
            </a:br>
            <a:r>
              <a:rPr sz="2800" b="1">
                <a:latin typeface="Calibri"/>
              </a:rPr>
              <a:t>Energy Management</a:t>
            </a:r>
            <a:endParaRPr sz="2800" b="1" dirty="0"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4994" y="2915884"/>
            <a:ext cx="5905500" cy="2232346"/>
          </a:xfrm>
        </p:spPr>
        <p:txBody>
          <a:bodyPr>
            <a:noAutofit/>
          </a:bodyPr>
          <a:lstStyle/>
          <a:p>
            <a:pPr algn="r"/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Prashanth S</a:t>
            </a:r>
          </a:p>
          <a:p>
            <a:pPr algn="r"/>
            <a:r>
              <a:rPr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Program: </a:t>
            </a:r>
            <a:r>
              <a:rPr sz="1600" b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M.Sc</a:t>
            </a:r>
            <a:r>
              <a:rPr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Artificial Intelligence</a:t>
            </a:r>
          </a:p>
          <a:p>
            <a:pPr algn="r"/>
            <a:r>
              <a:rPr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Batch: FT 3  |  SRN: R24MSA09</a:t>
            </a:r>
          </a:p>
          <a:p>
            <a:pPr algn="r"/>
            <a:endParaRPr sz="1600" b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 Assignment 1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dirty="0">
                <a:solidFill>
                  <a:prstClr val="white"/>
                </a:solidFill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race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316049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 Slab"/>
                <a:ea typeface="+mj-ea"/>
                <a:cs typeface="+mj-cs"/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381903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422" y="1326743"/>
            <a:ext cx="11405311" cy="491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 Problem Statement &amp; Motivation</a:t>
            </a:r>
          </a:p>
          <a:p>
            <a:pPr>
              <a:lnSpc>
                <a:spcPct val="25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 Reference Paper Overview</a:t>
            </a:r>
          </a:p>
          <a:p>
            <a:pPr>
              <a:lnSpc>
                <a:spcPct val="25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 HEMS Environment - MDP Formulation</a:t>
            </a:r>
          </a:p>
          <a:p>
            <a:pPr>
              <a:lnSpc>
                <a:spcPct val="25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 Extension 1: Q-Learning vs SARSA</a:t>
            </a:r>
          </a:p>
          <a:p>
            <a:pPr>
              <a:lnSpc>
                <a:spcPct val="25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 Extension 2: Hyperparameter Sensitivity</a:t>
            </a:r>
          </a:p>
          <a:p>
            <a:pPr>
              <a:lnSpc>
                <a:spcPct val="25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 Extension 3: Three Pricing Schemes</a:t>
            </a:r>
          </a:p>
          <a:p>
            <a:pPr>
              <a:lnSpc>
                <a:spcPct val="25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  Extension 4: Convergence Analysis</a:t>
            </a:r>
          </a:p>
          <a:p>
            <a:pPr>
              <a:lnSpc>
                <a:spcPct val="25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  Results Summary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180" y="1399032"/>
            <a:ext cx="11405311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  <a:p>
            <a:pPr algn="just"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Residential energy = 20-30% of global electricity consumption</a:t>
            </a:r>
          </a:p>
          <a:p>
            <a:pPr algn="just"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Homes have solar PV + batteries but use energy inefficiently</a:t>
            </a:r>
          </a:p>
          <a:p>
            <a:pPr algn="just"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Electricity prices vary - peak hours cost 2.75x more than off-peak</a:t>
            </a:r>
          </a:p>
          <a:p>
            <a:pPr algn="just"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Rule-based controllers cannot adapt to dynamic pricing</a:t>
            </a:r>
          </a:p>
          <a:p>
            <a:pPr algn="just">
              <a:lnSpc>
                <a:spcPct val="150000"/>
              </a:lnSpc>
            </a:pP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  <a:p>
            <a:pPr algn="just"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When should the battery charge, discharge, or hold to 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electricity bill?</a:t>
            </a:r>
          </a:p>
          <a:p>
            <a:pPr algn="just">
              <a:lnSpc>
                <a:spcPct val="150000"/>
              </a:lnSpc>
            </a:pP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algn="just"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Q-Learning agent learns optimal battery schedule automatically</a:t>
            </a:r>
          </a:p>
          <a:p>
            <a:pPr algn="just"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Achieves up to 23% cost reduction compared to a no-control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latin typeface="Calibri"/>
              </a:rPr>
              <a:t>Reference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6301" y="1049867"/>
            <a:ext cx="11405311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   Smart Home Energy Management: Seq2Seq Load Forecasting and Q-Learning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 Razghandi, Zhou, Erol-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Kantarci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Turgut</a:t>
            </a:r>
          </a:p>
          <a:p>
            <a:pPr>
              <a:lnSpc>
                <a:spcPct val="150000"/>
              </a:lnSpc>
            </a:pP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Paper Does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Seq2Seq LSTM forecasts appliance load and solar PV generation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Q-Learning agent uses forecasts for offline home energy scheduling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Tested on real UK household dataset (594 days, 5 appliances)</a:t>
            </a:r>
          </a:p>
          <a:p>
            <a:pPr>
              <a:lnSpc>
                <a:spcPct val="150000"/>
              </a:lnSpc>
            </a:pP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We Address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 algorithm comparison  -&gt;  We add SARSA vs Q-Learning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 hyperparameter study  -&gt;  We sweep alpha, gamma, epsilon (25 combos)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One pricing scheme only  -&gt;  We test Flat, Time-of-Use, Dynamic pricing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 convergence analysis  -&gt;  We run 5 seeds and plot learning curves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latin typeface="Calibri"/>
              </a:rPr>
              <a:t>HEMS Environment - MDP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180" y="1399032"/>
            <a:ext cx="11405311" cy="421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Space  |  120 states total</a:t>
            </a:r>
          </a:p>
          <a:p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Hour of day: h in {0, 1, ..., 23}  (24 values)</a:t>
            </a:r>
          </a:p>
          <a:p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Battery SoC: b in {0%, 25%, 50%, 75%, 100%}  (5 levels)</a:t>
            </a:r>
          </a:p>
          <a:p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Space  |  3 actions</a:t>
            </a:r>
          </a:p>
          <a:p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Action 0: Charge battery from grid or solar PV</a:t>
            </a:r>
          </a:p>
          <a:p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Action 1: Discharge battery to meet home load</a:t>
            </a:r>
          </a:p>
          <a:p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Action 2: Hold - buy or sell from/to the grid</a:t>
            </a:r>
          </a:p>
          <a:p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&amp; Update Rule</a:t>
            </a:r>
          </a:p>
          <a:p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Reward: r = -electricity cost per timestep</a:t>
            </a:r>
          </a:p>
          <a:p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&lt;- Q(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alpha * [r + gamma*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maxQ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s',a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- Q(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Specifications</a:t>
            </a:r>
          </a:p>
          <a:p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Solar PV peak: 4.8 kWh at noon  |  Battery: 10 kWh, 95% eff.  |  Load peak: 2.0 kWh at 19:00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latin typeface="Calibri"/>
              </a:rPr>
              <a:t>Extension 1: Q-Learning vs SARSA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181" y="1399032"/>
            <a:ext cx="494559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Original paper only tests Q-Learning. We compare with SARSA.</a:t>
            </a:r>
          </a:p>
          <a:p>
            <a:pPr algn="just"/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 (Off-Policy)</a:t>
            </a:r>
          </a:p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Updates using BEST possible next action: Q(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&lt;- Q(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alpha[r + gamma*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maxQ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s',a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- Q(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Faster convergence | Better suited for energy planning</a:t>
            </a:r>
          </a:p>
          <a:p>
            <a:pPr algn="just"/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SARSA (On-Policy)</a:t>
            </a:r>
          </a:p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Updates using ACTUAL next action taken: Q(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&lt;- Q(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alpha[r + gamma*Q(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s',a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- Q(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More conservative | Slightly slower in HEMS setting</a:t>
            </a:r>
          </a:p>
          <a:p>
            <a:pPr algn="just"/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Q-Learning achieves lower daily cost and converges faster than SARSA</a:t>
            </a:r>
          </a:p>
        </p:txBody>
      </p:sp>
      <p:pic>
        <p:nvPicPr>
          <p:cNvPr id="8" name="Picture 7" descr="02_ql_vs_sarsa.png">
            <a:extLst>
              <a:ext uri="{FF2B5EF4-FFF2-40B4-BE49-F238E27FC236}">
                <a16:creationId xmlns:a16="http://schemas.microsoft.com/office/drawing/2014/main" id="{90ADFB70-D225-2FAC-0D26-A6A5DBC2F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45" t="12018" r="49290" b="18341"/>
          <a:stretch>
            <a:fillRect/>
          </a:stretch>
        </p:blipFill>
        <p:spPr>
          <a:xfrm>
            <a:off x="5753820" y="1112808"/>
            <a:ext cx="6081622" cy="2587924"/>
          </a:xfrm>
          <a:prstGeom prst="rect">
            <a:avLst/>
          </a:prstGeom>
        </p:spPr>
      </p:pic>
      <p:pic>
        <p:nvPicPr>
          <p:cNvPr id="10" name="Picture 9" descr="02_ql_vs_sarsa.png">
            <a:extLst>
              <a:ext uri="{FF2B5EF4-FFF2-40B4-BE49-F238E27FC236}">
                <a16:creationId xmlns:a16="http://schemas.microsoft.com/office/drawing/2014/main" id="{6333238A-187E-CB84-7721-FDC7CC818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70" t="11093" b="14883"/>
          <a:stretch>
            <a:fillRect/>
          </a:stretch>
        </p:blipFill>
        <p:spPr>
          <a:xfrm>
            <a:off x="5831457" y="3691856"/>
            <a:ext cx="6003985" cy="26485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latin typeface="Calibri"/>
              </a:rPr>
              <a:t>Extension 2: Hyperparameter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181" y="1399032"/>
            <a:ext cx="44107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Setup: Swept alpha in {0.01, 0.05, 0.1, 0.3, 0.5} x gamma in {0.80, 0.90, 0.95, 0.99, 1.00}</a:t>
            </a:r>
          </a:p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combinations, 1,500 episodes each</a:t>
            </a:r>
          </a:p>
          <a:p>
            <a:pPr algn="just"/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Best: alpha = 0.1, gamma = 0.99 - validates original paper's hyperparameter choice</a:t>
            </a:r>
          </a:p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High alpha = 0.5 causes Q-table instability; Low gamma = 0.80 makes agent short-sighted</a:t>
            </a:r>
          </a:p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Slower epsilon decay -&gt; lower final cost but requires more training episodes</a:t>
            </a:r>
          </a:p>
        </p:txBody>
      </p:sp>
      <p:pic>
        <p:nvPicPr>
          <p:cNvPr id="6" name="Picture 5" descr="03_hyperparameter_sweep.png">
            <a:extLst>
              <a:ext uri="{FF2B5EF4-FFF2-40B4-BE49-F238E27FC236}">
                <a16:creationId xmlns:a16="http://schemas.microsoft.com/office/drawing/2014/main" id="{066C084F-AF91-D560-BADB-37818901D4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56"/>
          <a:stretch>
            <a:fillRect/>
          </a:stretch>
        </p:blipFill>
        <p:spPr>
          <a:xfrm>
            <a:off x="5115464" y="1785668"/>
            <a:ext cx="6483970" cy="4080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latin typeface="Calibri"/>
              </a:rPr>
              <a:t>Extension 3: Three Electricity Pricing Schemes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1049867"/>
            <a:ext cx="114053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paper tested one pricing structure. We evaluate three:</a:t>
            </a:r>
          </a:p>
          <a:p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Rate (0.15 $/kWh constant)</a:t>
            </a:r>
          </a:p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-&gt;  Moderate savings via solar self-consumption</a:t>
            </a:r>
          </a:p>
          <a:p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Time-of-Use Pricing  (Peak: 0.22 | Off-Peak: 0.08 $/kWh, ratio 2.75x)</a:t>
            </a:r>
          </a:p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-&gt;  HIGHEST savings (~23%)</a:t>
            </a:r>
          </a:p>
          <a:p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 (Random: 0.07 - 0.26 $/kWh)</a:t>
            </a:r>
          </a:p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-&gt;  Most challenging; agent learns average-case policy</a:t>
            </a:r>
          </a:p>
          <a:p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Time-of-Use pricing creates largest arbitrage opportunity for battery scheduling</a:t>
            </a:r>
          </a:p>
        </p:txBody>
      </p:sp>
      <p:pic>
        <p:nvPicPr>
          <p:cNvPr id="4" name="Picture 3" descr="04_pricing_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112471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latin typeface="Calibri"/>
              </a:rPr>
              <a:t>Extension 4: Convergence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1472"/>
            <a:ext cx="1140531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Setup: 5 independent runs x 3,000 episodes x 2 algorithms (Q-Learning &amp; SARSA)</a:t>
            </a:r>
          </a:p>
          <a:p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curves smoothed (window=100) with +/-1 std deviation confidence bands</a:t>
            </a:r>
          </a:p>
          <a:p>
            <a:endParaRPr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Both algorithms converge reliably within 3,000 episodes</a:t>
            </a:r>
          </a:p>
          <a:p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Q-Learning converges faster - reaches 90% of best reward in fewer episodes</a:t>
            </a:r>
          </a:p>
          <a:p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Q-Learning shows lower variance across seeds - more stable and reproducible</a:t>
            </a:r>
          </a:p>
          <a:p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Box plots confirm Q-Learning median reward is consistently higher than SARSA</a:t>
            </a:r>
          </a:p>
        </p:txBody>
      </p:sp>
      <p:pic>
        <p:nvPicPr>
          <p:cNvPr id="4" name="Picture 3" descr="05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112471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latin typeface="Calibri"/>
              </a:rP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356" y="936829"/>
            <a:ext cx="11405311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experiments: simulated HEMS environment. Pricing = Time-of-Use unless stated.</a:t>
            </a:r>
          </a:p>
          <a:p>
            <a:pPr>
              <a:lnSpc>
                <a:spcPct val="150000"/>
              </a:lnSpc>
            </a:pP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                     Algorithm      Pricing   Cost Savings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------------------------------------------------------------------------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(No Control)           None           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0% (reference)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1: Reproduction       Q-Learning     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18-23% savings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2a: Algorithm Comp.   Q-Learning     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Lower daily cost (wins)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2b: Algorithm Comp.   SARSA          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Slightly higher cost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3: Best 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Hyperparams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Q-Learning     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Optimal a=0.1, g=0.99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4a: Flat Pricing      Q-Learning     Flat      Moderate savings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4b: 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Pricing       Q-Learning     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HIGHEST ~23% savings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4c: Dynamic Pricing   Q-Learning     Dynamic   Moderate savings</a:t>
            </a:r>
          </a:p>
          <a:p>
            <a:pPr>
              <a:lnSpc>
                <a:spcPct val="15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5: Convergence        QL vs SARSA    </a:t>
            </a:r>
            <a:r>
              <a:rPr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QL faster &amp; more stable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ile:Noun Project question mark icon 1101884 cc.svg - Outreach Wik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45C07-8365-45F1-BB24-52654C8AB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197" y="2700997"/>
            <a:ext cx="2767120" cy="27092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75985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5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990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Calibri Light</vt:lpstr>
      <vt:lpstr>Times New Roman</vt:lpstr>
      <vt:lpstr>Roboto Slab</vt:lpstr>
      <vt:lpstr>Arial</vt:lpstr>
      <vt:lpstr>Montserrat Bold</vt:lpstr>
      <vt:lpstr>Calibri</vt:lpstr>
      <vt:lpstr>Montserrat Light</vt:lpstr>
      <vt:lpstr>1_Office Theme</vt:lpstr>
      <vt:lpstr>Custom Design</vt:lpstr>
      <vt:lpstr>2_Office Theme</vt:lpstr>
      <vt:lpstr>Q-Learning for Smart Home Energy Management</vt:lpstr>
      <vt:lpstr>Agenda</vt:lpstr>
      <vt:lpstr>Problem Statement</vt:lpstr>
      <vt:lpstr>Reference Paper</vt:lpstr>
      <vt:lpstr>HEMS Environment - MDP Formulation</vt:lpstr>
      <vt:lpstr>Extension 1: Q-Learning vs SARSA</vt:lpstr>
      <vt:lpstr>Extension 2: Hyperparameter Sensitivity Analysis</vt:lpstr>
      <vt:lpstr>Extension 3: Three Electricity Pricing Schemes</vt:lpstr>
      <vt:lpstr>Extension 4: Convergence Analysis</vt:lpstr>
      <vt:lpstr>Results Summary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H2 Planning</dc:title>
  <dc:creator>RACE-996</dc:creator>
  <cp:lastModifiedBy>Prashanth Srinivas</cp:lastModifiedBy>
  <cp:revision>218</cp:revision>
  <dcterms:created xsi:type="dcterms:W3CDTF">2021-01-28T08:43:53Z</dcterms:created>
  <dcterms:modified xsi:type="dcterms:W3CDTF">2026-09-09T15:21:41Z</dcterms:modified>
</cp:coreProperties>
</file>